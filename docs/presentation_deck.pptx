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framing: a complete neuroevolution stack - sensors, batched inference, energy economy, GA/NEAT, and a confirmatory experiment program with paired statistics.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Q1-Q3 map directly onto the experiment families: A/B (generalization), D, E, and Phase 7 (NEAT).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Layered design mirrors the plan's Section 9. Each layer has its own tests; the engine contract is shared by GUI, headless runner, and all experiment runners.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 per docs/demo_script.md; the plan's unavailable steps (checkpoint load into the GUI, video fallback) are honestly scripted in the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method, not just the numbers: the discipline of explaining nulls is what produced the project's strongest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Life Neuroevolution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154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Fixed-topology neuroevolution with a fully specified NEAT extension - eight phases, one measured pipeline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31520" y="42062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434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10,762</a:t>
            </a:r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steps/s at 250 agents    </a:t>
            </a:r>
            <a:pPr indent="0" marL="0">
              <a:buNone/>
            </a:pPr>
            <a:r>
              <a:rPr lang="en-US" sz="2600" b="1" dirty="0">
                <a:solidFill>
                  <a:srgbClr val="3FD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+0.41</a:t>
            </a:r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fitness gain / 12 gens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evolve the controller instead of writing it?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69494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controllers encode the designer's guesses about a world that keeps changing</a:t>
            </a:r>
            <a:endParaRPr lang="en-US" sz="1700" dirty="0"/>
          </a:p>
          <a:p>
            <a:pPr lvl="1" marL="355600" indent="-1778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neurocontroller only needs sensors and a cost function - the behavior is discovered, not specified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life adds the hard parts: energy budgets, mortality, food, competition, co-evolution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question is not 'can it learn' but 'what does it learn, and can that be measured rigorously'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project is built so the answer is measurable: calibrated fitness, frozen checkpoints, paired statistics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778240" y="2377440"/>
            <a:ext cx="2377440" cy="2377440"/>
          </a:xfrm>
          <a:prstGeom prst="ellipse">
            <a:avLst/>
          </a:prstGeom>
          <a:solidFill>
            <a:srgbClr val="182238"/>
          </a:solidFill>
          <a:ln w="25400">
            <a:solidFill>
              <a:srgbClr val="35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29718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rays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inputs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2011680"/>
            <a:ext cx="10698480" cy="1188720"/>
          </a:xfrm>
          <a:prstGeom prst="roundRect">
            <a:avLst>
              <a:gd name="adj" fmla="val 4615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286000"/>
            <a:ext cx="640080" cy="640080"/>
          </a:xfrm>
          <a:prstGeom prst="ellipse">
            <a:avLst/>
          </a:prstGeom>
          <a:solidFill>
            <a:srgbClr val="35C4D8"/>
          </a:solidFill>
          <a:ln w="12700">
            <a:solidFill>
              <a:srgbClr val="35C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4140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0" y="224028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small brain learn an artificial-life world under a measured, calibrated fitness?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429000"/>
            <a:ext cx="10698480" cy="1188720"/>
          </a:xfrm>
          <a:prstGeom prst="roundRect">
            <a:avLst>
              <a:gd name="adj" fmla="val 4615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3703320"/>
            <a:ext cx="640080" cy="6400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83133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behavior depend on the fitness weighting (Experiment D) and the crossover operator (Experiment E)?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846320"/>
            <a:ext cx="10698480" cy="1188720"/>
          </a:xfrm>
          <a:prstGeom prst="roundRect">
            <a:avLst>
              <a:gd name="adj" fmla="val 4615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5120640"/>
            <a:ext cx="640080" cy="640080"/>
          </a:xfrm>
          <a:prstGeom prst="ellipse">
            <a:avLst/>
          </a:prstGeom>
          <a:solidFill>
            <a:srgbClr val="3FD18B"/>
          </a:solidFill>
          <a:ln w="12700">
            <a:solidFill>
              <a:srgbClr val="3FD1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24865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28800" y="50749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learned behavior transfer to unseen layouts - and does it survive topology evolution (NEAT)?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Precedented here vs. built here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69494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Sims (1994) - evolutionary rule-based creatures: precedent for evolved control in ALife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&amp; Miikkulainen (2002) - NEAT: innovation tracking, compatibility-distance speciation, fitness sharing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here (not in prior work of this project):</a:t>
            </a:r>
            <a:endParaRPr lang="en-US" sz="1700" dirty="0"/>
          </a:p>
          <a:p>
            <a:pPr lvl="1" marL="355600" indent="-1778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calibration before weighting - measured component scales, never hand-picked coefficients</a:t>
            </a:r>
            <a:endParaRPr lang="en-US" sz="1700" dirty="0"/>
          </a:p>
          <a:p>
            <a:pPr lvl="1" marL="355600" indent="-1778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confirmatory experiment program: seed-blocked designs, paired Wilcoxon + Holm, effect sizes + CIs</a:t>
            </a:r>
            <a:endParaRPr lang="en-US" sz="1700" dirty="0"/>
          </a:p>
          <a:p>
            <a:pPr lvl="1" marL="355600" indent="-1778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Co-evolution measured against FROZEN checkpoints (hall-of-fame), not just same-generation fitness</a:t>
            </a:r>
            <a:endParaRPr lang="en-US" sz="1700" dirty="0"/>
          </a:p>
          <a:p>
            <a:pPr lvl="1" marL="355600" indent="-1778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inference under variable topology - the NEAT open question, resolved by measurement (2.9x)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per layer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182238"/>
          </a:solidFill>
          <a:ln w="12700">
            <a:solidFill>
              <a:srgbClr val="35C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025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40480" y="2002536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7-ray fan -&gt; 12 observations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182238"/>
          </a:solidFill>
          <a:ln w="12700">
            <a:solidFill>
              <a:srgbClr val="3FD1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1576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D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715768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(fixed) / depth-layered padded (NEAT)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300984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182238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42900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+ Energy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4290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Step-based engine, metabolic budget, mortality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014216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182238"/>
          </a:solidFill>
          <a:ln w="12700">
            <a:solidFill>
              <a:srgbClr val="35C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14223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414223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(3 crossover methods) + reproduction; full NEAT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727448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182238"/>
          </a:solidFill>
          <a:ln w="12700">
            <a:solidFill>
              <a:srgbClr val="3FD1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85546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D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Calibration, paired stats, hall-of-fame, determinism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544068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182238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56869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5568696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PyGame GUI, tiered panels, inspector, web viewer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Neuroevolution Design: Throughput First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topology means one batched matmul for the whole population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5C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10,762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steps/s - batched, 250 agents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A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steps/s - naive per-agent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D1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557x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(358x the 30-FPS gate)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load-bearing detail: the flat genome layout (W then b per layer) must match the batched tensor slices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that alignment the 358x is fiction - and it silently was, until Phase 1.5 caught it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breaks the trick (variable topology). Resolved by depth-layered padded batching: 249 steps/s, 2.9x per-agent (Phase 7)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Fitness Design: Calibrate, Then Weight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project's central methodological decision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69494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each component's natural scale with random-policy and stand-still probes; only then lock coefficients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133.94 steps | food 1.0 item | exploration 77.76 px | collision 1.20 contacts (energy-limited dynamics)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mattered: under survival-saturated dynamics, ~90% of every fitness was the survival term - every experiment read null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(Phase 9): metabolic cost 0.7/step so starvation bites inside the 150-step window, food regrowth, exploration computed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3FD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nulls moved as a family - improvement signal grew 7-9x, generalization produced a consistent-direction penalty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503920" y="4846320"/>
            <a:ext cx="3017520" cy="1097280"/>
          </a:xfrm>
          <a:prstGeom prst="roundRect">
            <a:avLst>
              <a:gd name="adj" fmla="val 5000"/>
            </a:avLst>
          </a:prstGeom>
          <a:solidFill>
            <a:srgbClr val="182238"/>
          </a:solidFill>
          <a:ln w="19050">
            <a:solidFill>
              <a:srgbClr val="E457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41080" y="5074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45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 must be explained before it is believed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docs/demo_script.md - rehearsable, written against what runs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223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GUI, MVP tier: neural population, SPACE pause, F9 tiered panel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GUI, advanced tier: predator/prey ecosystem - captures and births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 agent: sensor overlay + best-agent inspector (vitals, controller graph)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bar: Pause / x1 / x10 / Save (checkpoint) / Reset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determinism: same seed, byte-identical run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viewer: uvicorn webdash.backend.main:app - compare conditions with CI + effect size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321040" y="2194560"/>
            <a:ext cx="3108960" cy="3108960"/>
          </a:xfrm>
          <a:prstGeom prst="roundRect">
            <a:avLst>
              <a:gd name="adj" fmla="val 2353"/>
            </a:avLst>
          </a:prstGeom>
          <a:solidFill>
            <a:srgbClr val="182238"/>
          </a:solidFill>
          <a:ln w="19050">
            <a:solidFill>
              <a:srgbClr val="35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0175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F9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agent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for frame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Generalization (Experiments A/B)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consistent-direction transfer penalty - train-higher by +0.047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+0.047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(train - unseen), 95% CI [+0.002, +0.089]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p=0.106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Wilcoxon, n=10 seeds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r=+0.60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matched-pairs effect, 7/10 seeds favor train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controllers transfer slightly worse to unseen layouts - the expected direction, not yet resolved at n=10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matters: 5 px dynamics gave a reverse gap (p=0.065, r=-0.67); 12 px legacy metabolic gave a clean null (p=0.85)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recommendation: re-run at n=20-30. The effect is sized to 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Weighting &amp; Crossover (D, E)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landscape with a null verdict: the status-quo weights win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D1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+0.07-0.12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EQUAL-weighted lead over every specialization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p=0.92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vs uniform: indistinguishable (r=+0.06)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5C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+0.50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gain, blend, 12 generations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survival-saturated dynamics all four weightings sat within 0.015 of each other by construction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conditions separate - and the separation favors equal weighting: down-weighting food (survival) costs the most on a replenished landscape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comparison shows p-value + effect size + interval together - significance is never quoted alone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Predator/Prey &amp; Hall of Fame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oscillating arms race, explained rather than hidden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5 -&gt; 22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per day in a viable run (seed 4)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of 10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 collapse (predator extinction)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D1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13-28 /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prey / predators at carrying capacity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Within-generation fitness in a co-evolution is relative - the hall-of-fame win rate against FROZEN archives is the absolute measure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stability improvement was a bug: newborns silently ran the default 0.1 energy equation, not the parent's 0.25. Fixed, re-measured, and the collapse rate rose - the honest number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Extension: Topology Evolves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plan's open batching question, resolved by measurement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5C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51 -&gt; 102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complexity over 30 generations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D1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vs per-agent (249 vs 85 steps/s)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22128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30358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innovations created, full Appendix C spec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Literature-accurate: innovation reuse, aligned crossover, compatibility distance (c1=1, c2=1, c3=0.4, threshold 3.0), fitness sharing, stagnation removal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700" dirty="0">
                <a:solidFill>
                  <a:srgbClr val="E45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negative: the evolutionary run keeps ONE species. The mechanism is unit-proven; the bimodal landscape (foragers vs starvers) doesn't split lineages in 30 generations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shape, honestly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2651760" cy="868680"/>
          </a:xfrm>
          <a:prstGeom prst="roundRect">
            <a:avLst>
              <a:gd name="adj" fmla="val 5263"/>
            </a:avLst>
          </a:prstGeom>
          <a:solidFill>
            <a:srgbClr val="182238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677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power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57600" y="21945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effects sit near but not past Holm at n=10. Re-run at n=20-30 is the top action.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2651760" cy="868680"/>
          </a:xfrm>
          <a:prstGeom prst="roundRect">
            <a:avLst>
              <a:gd name="adj" fmla="val 5263"/>
            </a:avLst>
          </a:prstGeom>
          <a:solidFill>
            <a:srgbClr val="182238"/>
          </a:solidFill>
          <a:ln w="12700">
            <a:solidFill>
              <a:srgbClr val="35C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3192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 landscape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657600" y="32461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leverage for the GA, not for speciation. Graded food availability is the route.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2651760" cy="868680"/>
          </a:xfrm>
          <a:prstGeom prst="roundRect">
            <a:avLst>
              <a:gd name="adj" fmla="val 5263"/>
            </a:avLst>
          </a:prstGeom>
          <a:solidFill>
            <a:srgbClr val="182238"/>
          </a:solidFill>
          <a:ln w="12700">
            <a:solidFill>
              <a:srgbClr val="E457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70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predators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657600" y="42976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10 ecosystem seeds collapse after the newborn-energy fix; the 0.25/step ecosystem clock is the lever.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5166360"/>
            <a:ext cx="2651760" cy="868680"/>
          </a:xfrm>
          <a:prstGeom prst="roundRect">
            <a:avLst>
              <a:gd name="adj" fmla="val 5263"/>
            </a:avLst>
          </a:prstGeom>
          <a:solidFill>
            <a:srgbClr val="182238"/>
          </a:solidFill>
          <a:ln w="12700">
            <a:solidFill>
              <a:srgbClr val="3FD1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422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D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cost is a factor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57600" y="53492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0.7/step sets the survival-vs-forging split every result depends on - sweep 0.4/0.7/1.0.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Houssemamor - artificial-life-neuroevolution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0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Artifacts, all reproducible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D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 tests green (3 Python versions x 3 OS in CI)   </a:t>
            </a:r>
            <a:pPr indent="0" marL="0">
              <a:buNone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these slides traces to a committed JSON or SVG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▪"/>
            </a:pPr>
            <a:r>
              <a:rPr lang="en-US" sz="1600" b="1" dirty="0">
                <a:solidFill>
                  <a:srgbClr val="35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docs/final_report.md</a:t>
            </a:r>
            <a:endParaRPr lang="en-US" sz="1600" dirty="0"/>
          </a:p>
          <a:p>
            <a:pPr marL="342900" indent="-342900">
              <a:buSzPct val="100000"/>
              <a:buChar char="▪"/>
            </a:pPr>
            <a:r>
              <a:rPr lang="en-US" sz="16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experiments/EXP-*/ - frozen run outputs (stats summaries, SVG plots, stability sweep)</a:t>
            </a:r>
            <a:endParaRPr lang="en-US" sz="1600" dirty="0"/>
          </a:p>
          <a:p>
            <a:pPr marL="342900" indent="-342900">
              <a:buSzPct val="100000"/>
              <a:buChar char="▪"/>
            </a:pPr>
            <a:r>
              <a:rPr lang="en-US" sz="16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webdash/ - read-only FastAPI + Bootstrap viewer (uvicorn webdash.backend.main:app)</a:t>
            </a:r>
            <a:endParaRPr lang="en-US" sz="1600" dirty="0"/>
          </a:p>
          <a:p>
            <a:pPr marL="342900" indent="-342900">
              <a:buSzPct val="100000"/>
              <a:buChar char="▪"/>
            </a:pPr>
            <a:r>
              <a:rPr lang="en-US" sz="16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 - the eight phases and their exit criteria, with the honest exceptions recorded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5486400"/>
            <a:ext cx="10698480" cy="777240"/>
          </a:xfrm>
          <a:prstGeom prst="roundRect">
            <a:avLst>
              <a:gd name="adj" fmla="val 7059"/>
            </a:avLst>
          </a:prstGeom>
          <a:solidFill>
            <a:srgbClr val="182238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56875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5C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null result must be explained before it is believed. This project ran its nulls down to the dynamics and fixed the dynamics.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2026-09-25T08:48:41Z</dcterms:created>
  <dcterms:modified xsi:type="dcterms:W3CDTF">2026-09-25T08:48:41Z</dcterms:modified>
</cp:coreProperties>
</file>